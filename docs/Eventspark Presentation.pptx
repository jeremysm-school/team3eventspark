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C4BE6F-70D4-5D15-1686-79F10240B231}" v="603" dt="2026-02-19T03:54:45.3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F9204-3F29-4C3A-BA41-306340020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3393CD-7262-4AC7-80E6-52FE6F3F3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0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430AE-0210-4E82-AD7B-41B112DE7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11A6662E-FAF4-44BC-88B5-85A7CBFB6D30}" type="datetime1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21974-7DEC-459D-9642-CB5B59C82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31837-C94E-4B5B-BCF0-110C69EDB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829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CC1FC-ADE8-488C-A1DA-2FD569FD4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02842-38C3-46D6-8527-0F6FE623C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64CF5-F681-40C2-88CC-E02206C9C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2/19/2026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04753-4FE4-4A6F-99BB-CFFC92E0C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569D1-DB13-4BD9-8BA9-0DEAD98F8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20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20B05-7BF6-4073-9106-FA19E972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EE8D7-6B58-4A3F-9DD5-E563D5192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2990E-9F0A-446A-B5B8-459CA8D98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68EAA-4377-45FF-9D7C-9E77BC9F2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FA71-74C3-44B8-A0AC-E18A1E76B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22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1F12-2D88-4F76-AF46-BD5156C12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AA46-E3EB-4704-B019-F90F1E617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7480F-A530-4D05-9A22-E573FB4BA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B56FDA-C47A-4F4A-A364-BA60A25AB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26D8DD-6D84-44D4-8A1B-57615B3ED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8FE31-B577-4017-8AFE-A8BA0959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143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C28C9-B8CC-413F-9FFA-626680E4A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3FE72-9D42-45F5-A37F-B12130388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52600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3A31D-9B5F-4DE3-B18D-F7F77782EB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66999"/>
            <a:ext cx="5157787" cy="3522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BE1D2D-822C-466C-A7B9-1A2D97366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52600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F13B2C-44CA-49C4-BC84-02AF1638F3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66999"/>
            <a:ext cx="5183188" cy="3522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93CB55-E9C1-4CE6-9B61-81B71475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22318-747B-4EC9-862C-D9FD488C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FBDDDF-16BD-438D-937D-0E3E30E7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905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92D5F-0BD4-4517-9233-E08AF405B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523B8-51E3-48B8-BFD8-CE9506198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739B90-5D50-4424-B51D-53C391621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6F9286-3A00-4D3C-A3F0-50AC9045C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655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33BE2-665A-42DA-A3B7-835F81A3F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4DBCBD-AD42-432D-ABA9-20D616AF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40251-3596-4673-B24B-59A6F9ED8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55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81A1-6D8E-4DD6-8E49-DABDE6D10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3F18F-F78D-4A31-A6BC-6552105BC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2C2F4-BDF4-4A4F-AA3D-52692932C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3850F-5C87-4F08-9658-EAF049B60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BCE9A-A746-4439-B5D3-966FBC8E5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D3B51-AA2E-4AA1-8062-A0D476D8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43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02CF7-F453-4B3E-9510-D74797987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E2A1B9-8A2A-4B49-8B79-76D3EEB36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9FEA03-0EC4-4085-AE63-4AA492D61A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AD5B-0DEA-4C6F-94D2-FAA99F2E5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DC6744-7CBA-4A1D-8F87-10699F98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D9048-35FF-4BE9-8157-BE4BAA1C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292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BDD2-E186-4F25-8FDE-D1E875E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18CC5B-A7E0-48B1-8329-6533AC76E7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05B1B-77FE-4BFC-BF87-87DA989F0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8531E-1B90-4631-BD37-4BB1DBFA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A55E8-88DC-4280-8E04-FF50FF8ED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529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60633D-90E4-4F5A-9EBF-DDEC2B0B47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DD3065-FA3D-42C8-BFDA-967C87F4F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C126F-38E2-4425-861F-98ED43228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9645D8-F22A-4354-A8B3-96E8A2D2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E2295-A616-4D57-8800-7B7E213A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797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BABF38A-8A0D-492E-BD20-6CF4D46B5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"/>
            <a:ext cx="12192000" cy="685800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CB7E8AE-A3AC-4BB7-A5C6-F00EC697B265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13924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984D45-0ED3-4D03-8E44-5E355C913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54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87D6E-D1E9-489C-9AA9-3575C39BAA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49450"/>
            <a:ext cx="10515600" cy="4195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64E9C-08EE-4B1B-B3FC-D6D997F4EA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246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alpha val="60000"/>
                  </a:schemeClr>
                </a:solidFill>
                <a:latin typeface="+mn-lt"/>
              </a:defRPr>
            </a:lvl1pPr>
          </a:lstStyle>
          <a:p>
            <a:fld id="{57E0CF6C-748E-4B7A-BC8B-3011EF78ED1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0A1F1-38FE-4C27-81E6-A43A54793F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246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alpha val="60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6B39A-FFD8-42EF-ADC7-7DB3B302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246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>
                    <a:alpha val="60000"/>
                  </a:schemeClr>
                </a:solidFill>
                <a:latin typeface="+mn-lt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949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71" r:id="rId8"/>
    <p:sldLayoutId id="2147483768" r:id="rId9"/>
    <p:sldLayoutId id="2147483769" r:id="rId10"/>
    <p:sldLayoutId id="214748377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jeremysm-school.github.io/Team3Eventspark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29F2144-48B7-4730-955E-365ECED3A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65FF50-D2F9-4A4F-86ED-F101E172B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513189"/>
            <a:ext cx="5797883" cy="2667000"/>
          </a:xfrm>
        </p:spPr>
        <p:txBody>
          <a:bodyPr anchor="b">
            <a:normAutofit/>
          </a:bodyPr>
          <a:lstStyle/>
          <a:p>
            <a:pPr algn="l"/>
            <a:r>
              <a:rPr lang="en-US" err="1">
                <a:solidFill>
                  <a:schemeClr val="tx2"/>
                </a:solidFill>
              </a:rPr>
              <a:t>EventSpark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408788"/>
            <a:ext cx="5797882" cy="1785690"/>
          </a:xfrm>
        </p:spPr>
        <p:txBody>
          <a:bodyPr anchor="t">
            <a:normAutofit/>
          </a:bodyPr>
          <a:lstStyle/>
          <a:p>
            <a:pPr algn="l"/>
            <a:r>
              <a:rPr lang="en-US" sz="2200" dirty="0">
                <a:solidFill>
                  <a:schemeClr val="tx2"/>
                </a:solidFill>
              </a:rPr>
              <a:t>By Jeremy Mayas and </a:t>
            </a:r>
            <a:r>
              <a:rPr lang="en-US" sz="2200" dirty="0">
                <a:solidFill>
                  <a:schemeClr val="tx2"/>
                </a:solidFill>
                <a:ea typeface="+mn-lt"/>
                <a:cs typeface="+mn-lt"/>
              </a:rPr>
              <a:t>Levi </a:t>
            </a:r>
            <a:r>
              <a:rPr lang="en-US" sz="2200">
                <a:solidFill>
                  <a:schemeClr val="tx2"/>
                </a:solidFill>
                <a:ea typeface="+mn-lt"/>
                <a:cs typeface="+mn-lt"/>
              </a:rPr>
              <a:t>Duquette</a:t>
            </a:r>
            <a:r>
              <a:rPr lang="en-US" sz="220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4" name="Picture 3" descr="Top view of wood desk with the plant, white keyboard, coffee in a white mug, notebook, and pen">
            <a:extLst>
              <a:ext uri="{FF2B5EF4-FFF2-40B4-BE49-F238E27FC236}">
                <a16:creationId xmlns:a16="http://schemas.microsoft.com/office/drawing/2014/main" id="{7EEE25B9-7ECD-663A-668B-8290BDC0F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971" r="13295" b="-1"/>
          <a:stretch>
            <a:fillRect/>
          </a:stretch>
        </p:blipFill>
        <p:spPr>
          <a:xfrm>
            <a:off x="7162800" y="10"/>
            <a:ext cx="5029200" cy="569380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4D834C7-8223-43DA-AA30-E15A1BC7B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693812"/>
            <a:ext cx="12192000" cy="116418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2DE6C5-8EB8-4E41-B0FF-93563AA4C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061" y="5693811"/>
            <a:ext cx="12191999" cy="1164188"/>
          </a:xfrm>
          <a:prstGeom prst="rect">
            <a:avLst/>
          </a:prstGeom>
          <a:blipFill dpi="0" rotWithShape="1">
            <a:blip r:embed="rId3">
              <a:alphaModFix amt="2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8890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2B56-3F68-D155-7360-6688357C9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66CC1-B16C-5EEA-9938-5CBA2B0D5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Eventspark</a:t>
            </a:r>
            <a:r>
              <a:rPr lang="en-US" dirty="0"/>
              <a:t> gives the user </a:t>
            </a:r>
            <a:r>
              <a:rPr lang="en-US"/>
              <a:t>an effortless way</a:t>
            </a:r>
            <a:r>
              <a:rPr lang="en-US" dirty="0"/>
              <a:t> to find someone to be able to configure, organize, and set-up an event of their choosing.</a:t>
            </a:r>
          </a:p>
          <a:p>
            <a:r>
              <a:rPr lang="en-US" dirty="0"/>
              <a:t>Using search queries, filters, and a messaging/communication system you </a:t>
            </a:r>
            <a:r>
              <a:rPr lang="en-US"/>
              <a:t>can</a:t>
            </a:r>
            <a:r>
              <a:rPr lang="en-US" dirty="0"/>
              <a:t> secure a vender or a client ( if </a:t>
            </a:r>
            <a:r>
              <a:rPr lang="en-US"/>
              <a:t>you are</a:t>
            </a:r>
            <a:r>
              <a:rPr lang="en-US" dirty="0"/>
              <a:t> a provider ) you will be able to get help hosting events.</a:t>
            </a:r>
          </a:p>
        </p:txBody>
      </p:sp>
    </p:spTree>
    <p:extLst>
      <p:ext uri="{BB962C8B-B14F-4D97-AF65-F5344CB8AC3E}">
        <p14:creationId xmlns:p14="http://schemas.microsoft.com/office/powerpoint/2010/main" val="4146441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C9AD8-1AA1-CE9C-1DD1-9469BF6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544E7-519F-604D-6FC8-E075B135C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/>
              <a:t>Customer: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Inbox to view messages from providers/services you booked or plan to book.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View reviews that you've made.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Checkout packages for your events from services</a:t>
            </a:r>
          </a:p>
          <a:p>
            <a:r>
              <a:rPr lang="en-US"/>
              <a:t>Provider: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Calander to view upcoming gigs/events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Create/edit service packages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View Bookings to approve/deny or message a customer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56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DEAA-4925-6291-C5F7-7D716513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F78C2-8DCF-28AF-0348-301113EE5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creating any event even the slightest bit more </a:t>
            </a:r>
            <a:r>
              <a:rPr lang="en-US" dirty="0" err="1"/>
              <a:t>conveinent</a:t>
            </a:r>
            <a:r>
              <a:rPr lang="en-US" dirty="0"/>
              <a:t> for customers and allow providers who have a certain passion for entertainment be able to shine in an environment of their choosing</a:t>
            </a:r>
          </a:p>
          <a:p>
            <a:r>
              <a:rPr lang="en-US" dirty="0"/>
              <a:t>Allow our customers to have a easy, stress-free experience finding someone to help themselves create a: group gathering, party, wedding, dance etc.</a:t>
            </a:r>
          </a:p>
        </p:txBody>
      </p:sp>
    </p:spTree>
    <p:extLst>
      <p:ext uri="{BB962C8B-B14F-4D97-AF65-F5344CB8AC3E}">
        <p14:creationId xmlns:p14="http://schemas.microsoft.com/office/powerpoint/2010/main" val="2874970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4609-709B-FB6C-71ED-2921DF81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Prototype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386A1-AF27-CDBC-05F4-9790BA7A5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Github</a:t>
            </a:r>
            <a:r>
              <a:rPr lang="en-US" dirty="0"/>
              <a:t>: </a:t>
            </a:r>
            <a:r>
              <a:rPr lang="en-US" b="1" u="sng" dirty="0">
                <a:hlinkClick r:id="rId2"/>
              </a:rPr>
              <a:t>https://jeremysm-school.github.io/</a:t>
            </a:r>
            <a:r>
              <a:rPr lang="en-US" b="1" u="sng">
                <a:hlinkClick r:id="rId2"/>
              </a:rPr>
              <a:t>Team3Eventspark/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586930"/>
      </p:ext>
    </p:extLst>
  </p:cSld>
  <p:clrMapOvr>
    <a:masterClrMapping/>
  </p:clrMapOvr>
</p:sld>
</file>

<file path=ppt/theme/theme1.xml><?xml version="1.0" encoding="utf-8"?>
<a:theme xmlns:a="http://schemas.openxmlformats.org/drawingml/2006/main" name="BlockprintVTI">
  <a:themeElements>
    <a:clrScheme name="Custom 69">
      <a:dk1>
        <a:sysClr val="windowText" lastClr="000000"/>
      </a:dk1>
      <a:lt1>
        <a:sysClr val="window" lastClr="FFFFFF"/>
      </a:lt1>
      <a:dk2>
        <a:srgbClr val="44131A"/>
      </a:dk2>
      <a:lt2>
        <a:srgbClr val="F2ECEA"/>
      </a:lt2>
      <a:accent1>
        <a:srgbClr val="A62C52"/>
      </a:accent1>
      <a:accent2>
        <a:srgbClr val="A7928D"/>
      </a:accent2>
      <a:accent3>
        <a:srgbClr val="307C71"/>
      </a:accent3>
      <a:accent4>
        <a:srgbClr val="41575D"/>
      </a:accent4>
      <a:accent5>
        <a:srgbClr val="8FA3A3"/>
      </a:accent5>
      <a:accent6>
        <a:srgbClr val="CA8370"/>
      </a:accent6>
      <a:hlink>
        <a:srgbClr val="D13D6E"/>
      </a:hlink>
      <a:folHlink>
        <a:srgbClr val="6C9D92"/>
      </a:folHlink>
    </a:clrScheme>
    <a:fontScheme name="Custom 56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printVTI" id="{AA8C8908-6BA4-477C-AEA4-CB6C32A1FE3B}" vid="{36392749-7C1D-4938-93BB-440CD2A1B0AB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202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Avenir Next LT Pro</vt:lpstr>
      <vt:lpstr>AvenirNext LT Pro Medium</vt:lpstr>
      <vt:lpstr>Courier New</vt:lpstr>
      <vt:lpstr>BlockprintVTI</vt:lpstr>
      <vt:lpstr>EventSpark</vt:lpstr>
      <vt:lpstr>System Description</vt:lpstr>
      <vt:lpstr>Functions</vt:lpstr>
      <vt:lpstr>Goals</vt:lpstr>
      <vt:lpstr>Prototype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Jeremy Mayas</cp:lastModifiedBy>
  <cp:revision>105</cp:revision>
  <dcterms:created xsi:type="dcterms:W3CDTF">2026-02-19T03:31:00Z</dcterms:created>
  <dcterms:modified xsi:type="dcterms:W3CDTF">2026-02-19T15:56:52Z</dcterms:modified>
</cp:coreProperties>
</file>