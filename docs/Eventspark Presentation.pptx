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C4BE6F-70D4-5D15-1686-79F10240B231}" v="603" dt="2026-02-19T03:54:45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2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2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4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0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55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5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4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92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2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9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94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71" r:id="rId8"/>
    <p:sldLayoutId id="2147483768" r:id="rId9"/>
    <p:sldLayoutId id="2147483769" r:id="rId10"/>
    <p:sldLayoutId id="21474837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513189"/>
            <a:ext cx="5797883" cy="2667000"/>
          </a:xfrm>
        </p:spPr>
        <p:txBody>
          <a:bodyPr anchor="b">
            <a:normAutofit/>
          </a:bodyPr>
          <a:lstStyle/>
          <a:p>
            <a:pPr algn="l"/>
            <a:r>
              <a:rPr lang="en-US" err="1">
                <a:solidFill>
                  <a:schemeClr val="tx2"/>
                </a:solidFill>
              </a:rPr>
              <a:t>EventSpark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408788"/>
            <a:ext cx="5797882" cy="1785690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>
                <a:solidFill>
                  <a:schemeClr val="tx2"/>
                </a:solidFill>
              </a:rPr>
              <a:t>By Jeremy Mayas and </a:t>
            </a:r>
            <a:r>
              <a:rPr lang="en-US" sz="2200" dirty="0">
                <a:solidFill>
                  <a:schemeClr val="tx2"/>
                </a:solidFill>
                <a:ea typeface="+mn-lt"/>
                <a:cs typeface="+mn-lt"/>
              </a:rPr>
              <a:t>Levi </a:t>
            </a:r>
            <a:r>
              <a:rPr lang="en-US" sz="2200">
                <a:solidFill>
                  <a:schemeClr val="tx2"/>
                </a:solidFill>
                <a:ea typeface="+mn-lt"/>
                <a:cs typeface="+mn-lt"/>
              </a:rPr>
              <a:t>Duquette</a:t>
            </a:r>
            <a:r>
              <a:rPr lang="en-US" sz="2200" dirty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7EEE25B9-7ECD-663A-668B-8290BDC0F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71" r="13295" b="-1"/>
          <a:stretch>
            <a:fillRect/>
          </a:stretch>
        </p:blipFill>
        <p:spPr>
          <a:xfrm>
            <a:off x="7162800" y="10"/>
            <a:ext cx="5029200" cy="569380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2B56-3F68-D155-7360-6688357C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66CC1-B16C-5EEA-9938-5CBA2B0D5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Eventspark</a:t>
            </a:r>
            <a:r>
              <a:rPr lang="en-US" dirty="0"/>
              <a:t> gives the user </a:t>
            </a:r>
            <a:r>
              <a:rPr lang="en-US"/>
              <a:t>an effortless way</a:t>
            </a:r>
            <a:r>
              <a:rPr lang="en-US" dirty="0"/>
              <a:t> to find someone to be able to configure, organize, and set-up an event of their choosing.</a:t>
            </a:r>
          </a:p>
          <a:p>
            <a:r>
              <a:rPr lang="en-US" dirty="0"/>
              <a:t>Using search queries, filters, and a messaging/communication system you </a:t>
            </a:r>
            <a:r>
              <a:rPr lang="en-US"/>
              <a:t>can</a:t>
            </a:r>
            <a:r>
              <a:rPr lang="en-US" dirty="0"/>
              <a:t> secure a vender or a client ( if </a:t>
            </a:r>
            <a:r>
              <a:rPr lang="en-US"/>
              <a:t>you are</a:t>
            </a:r>
            <a:r>
              <a:rPr lang="en-US" dirty="0"/>
              <a:t> a provider ) you will be able to get help hosting events.</a:t>
            </a:r>
          </a:p>
        </p:txBody>
      </p:sp>
    </p:spTree>
    <p:extLst>
      <p:ext uri="{BB962C8B-B14F-4D97-AF65-F5344CB8AC3E}">
        <p14:creationId xmlns:p14="http://schemas.microsoft.com/office/powerpoint/2010/main" val="4146441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9AD8-1AA1-CE9C-1DD1-9469BF65D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544E7-519F-604D-6FC8-E075B135C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Customer: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Inbox to view messages from providers/services you booked or plan to book.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View reviews that you've made.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Checkout packages for your events from services</a:t>
            </a:r>
          </a:p>
          <a:p>
            <a:r>
              <a:rPr lang="en-US"/>
              <a:t>Provider: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Calander to view upcoming gigs/events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Create/edit service packages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View Bookings to approve/deny or message a customer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563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DEAA-4925-6291-C5F7-7D716513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F78C2-8DCF-28AF-0348-301113EE5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creating any event even the slightest bit more </a:t>
            </a:r>
            <a:r>
              <a:rPr lang="en-US" dirty="0" err="1"/>
              <a:t>conveinent</a:t>
            </a:r>
            <a:r>
              <a:rPr lang="en-US" dirty="0"/>
              <a:t> for customers and allow providers who have a certain passion for entertainment be able to shine in an environment of their choosing</a:t>
            </a:r>
          </a:p>
          <a:p>
            <a:r>
              <a:rPr lang="en-US" dirty="0"/>
              <a:t>Allow our customers to have a easy, stress-free experience finding someone to help themselves create a: group gathering, party, wedding, dance etc.</a:t>
            </a:r>
          </a:p>
        </p:txBody>
      </p:sp>
    </p:spTree>
    <p:extLst>
      <p:ext uri="{BB962C8B-B14F-4D97-AF65-F5344CB8AC3E}">
        <p14:creationId xmlns:p14="http://schemas.microsoft.com/office/powerpoint/2010/main" val="287497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4609-709B-FB6C-71ED-2921DF81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386A1-AF27-CDBC-05F4-9790BA7A5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Github</a:t>
            </a:r>
            <a:r>
              <a:rPr lang="en-US" dirty="0"/>
              <a:t>: </a:t>
            </a:r>
            <a:r>
              <a:rPr lang="en-US" dirty="0">
                <a:ea typeface="+mn-lt"/>
                <a:cs typeface="+mn-lt"/>
              </a:rPr>
              <a:t>https://github.com/csc340-uncg/sp26-project-template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58693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BlockprintVTI</vt:lpstr>
      <vt:lpstr>EventSpark</vt:lpstr>
      <vt:lpstr>System Description</vt:lpstr>
      <vt:lpstr>Functions</vt:lpstr>
      <vt:lpstr>Goals</vt:lpstr>
      <vt:lpstr>Prototype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104</cp:revision>
  <dcterms:created xsi:type="dcterms:W3CDTF">2026-02-19T03:31:00Z</dcterms:created>
  <dcterms:modified xsi:type="dcterms:W3CDTF">2026-02-19T03:57:23Z</dcterms:modified>
</cp:coreProperties>
</file>